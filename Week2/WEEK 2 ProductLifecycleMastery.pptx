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4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0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2560320" cy="25603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457200"/>
            <a:ext cx="1645920" cy="16459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WEEK 2 ASSIGNMENT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Lifecycle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C4D8"/>
                </a:solidFill>
              </a:rPr>
              <a:t>From Idea to Market — Understanding the Full Journey of a Product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X3 Lab  •  IT Student Internship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Topics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3716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98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Idea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Is this worth building?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13716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298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64992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MVP Concept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Build the smallest thing that works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51760" cy="13716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298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45352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Product-Market Fit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5352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Did we get it right?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651760" cy="13716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4320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Iteration Cycles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35844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How do we improve?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651760" cy="13716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4320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64992" y="3200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Growth Stages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64992" y="358444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Where is the product now?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—  Idea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2560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4B8A6"/>
                </a:solidFill>
              </a:rPr>
              <a:t>Is this worth building?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657600" cy="109728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B8A6"/>
                </a:solidFill>
              </a:rPr>
              <a:t>Core Question
</a:t>
            </a:r>
            <a:r>
              <a:rPr lang="en-US" sz="1300" dirty="0">
                <a:solidFill>
                  <a:srgbClr val="FFFFFF"/>
                </a:solidFill>
              </a:rPr>
              <a:t>Does this problem exist, and are people frustrated enough to solve it?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3657600" cy="146304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95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</a:rPr>
              <a:t>Real Example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yo-NG" sz="1100" dirty="0">
                <a:solidFill>
                  <a:srgbClr val="0F172A"/>
                </a:solidFill>
              </a:rPr>
              <a:t>Campus Connect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Before building: Do students struggle with this? Are supervisors complaining? Could WhatsApp solve it instead?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</a:rPr>
              <a:t>VALIDATION METHODS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481328"/>
            <a:ext cx="420624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08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Talk to 5–10 real users before writing a single line of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420624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3774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134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Run a simple survey — Google Forms costs nothing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090672"/>
            <a:ext cx="420624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821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1181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Build a fake landing page and see if people sign up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—  MVP Concept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0" y="25603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4B8A6"/>
                </a:solidFill>
              </a:rPr>
              <a:t>Minimum Viable Product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If you want to build a car, your MVP is not half a car with no wheels — it's a bicycle. It solves the transportation problem while you learn if people want to go faster.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3931920" cy="137160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3931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Example — Instagram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yo-NG" sz="1150" dirty="0">
                <a:solidFill>
                  <a:srgbClr val="0F172A"/>
                </a:solidFill>
              </a:rPr>
              <a:t>Campus Connect</a:t>
            </a:r>
            <a:r>
              <a:rPr lang="en-US" sz="1150" dirty="0">
                <a:solidFill>
                  <a:srgbClr val="0F172A"/>
                </a:solidFill>
              </a:rPr>
              <a:t>'s MVP did ONE thing: apply filters to photos and share them. No reels, no stories, no shopping. They proved people loved it, then built everything else.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11480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11680"/>
            <a:ext cx="41148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0299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Common Mistakes to Avoid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✕  Adding features "just in case" — wastes time and money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✕  Confusing MVP with prototype — different purposes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008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✕  Waiting until it's "perfect" — done beats perfect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—  Product-Market Fit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4B8A6"/>
                </a:solidFill>
              </a:rPr>
              <a:t>Did we get it right?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2496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The Sean Ellis 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Ask users: "How would you feel if you could no longer use this product?"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If 40%+ say 'very disappointed' — you likely have PMF.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097280"/>
            <a:ext cx="3017520" cy="1188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161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 PMF Signs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7880" y="146304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— Users sign up but don't return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97880" y="17190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— You must constantly convince people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197510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— People say 'nice' but won't refer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423160"/>
            <a:ext cx="3017520" cy="1280160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PMF Signs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Users tell others without being asked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97880" y="3063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They're upset when the app is down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97880" y="3337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✓  Organic growth without ad spend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—  Iteration Cycles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92240" y="256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4B8A6"/>
                </a:solidFill>
              </a:rPr>
              <a:t>How do we improve?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544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46304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143000"/>
            <a:ext cx="15544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Release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143000"/>
            <a:ext cx="155448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146304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143000"/>
            <a:ext cx="155448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146304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143000"/>
            <a:ext cx="15544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143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Again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1874521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</a:rPr>
              <a:t>↻  This loop repeats — continuously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KEY ITERATION TOOLS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411480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0604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User Feedback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2852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Surveys, interviews, complaint tracking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264408"/>
            <a:ext cx="411480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64408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101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Analytics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511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Which features do people actually use?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22776"/>
            <a:ext cx="411480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922776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684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A/B Testing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Show version A to half, version B to rest — pick the winner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286000"/>
            <a:ext cx="3931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3042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Example</a:t>
            </a:r>
            <a:r>
              <a:rPr lang="yo-NG" sz="1000" b="1" dirty="0">
                <a:solidFill>
                  <a:srgbClr val="FFFFFF"/>
                </a:solidFill>
              </a:rPr>
              <a:t>: Whatsapp scrolling features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—  Growth Stages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35040" y="256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4B8A6"/>
                </a:solidFill>
              </a:rPr>
              <a:t>Where is the product now?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554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55448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Getting first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143000"/>
            <a:ext cx="1554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39112" y="1600200"/>
            <a:ext cx="155448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Scaling &amp; fixing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1143000"/>
            <a:ext cx="1554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58184" y="1600200"/>
            <a:ext cx="155448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Retain, differentiate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77256" y="1143000"/>
            <a:ext cx="1554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Decline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77256" y="1600200"/>
            <a:ext cx="155448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Pivot or shut down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96328" y="1143000"/>
            <a:ext cx="1554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328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Renewal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96328" y="1600200"/>
            <a:ext cx="1554480" cy="4114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Reinvent the product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176272"/>
            <a:ext cx="4114800" cy="14173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176272"/>
            <a:ext cx="41148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194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Example — BlackBerry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254203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Introduction in 2000s → Growth with BBM → Maturity as smartphones rose → Decline when Android/iPhone took over → Attempted Renewal by switching to software.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All 5 stages — one company.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176272"/>
            <a:ext cx="4069080" cy="14173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176272"/>
            <a:ext cx="406908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194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Example — Facebook / Meta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752" y="254203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Facebook is in the Maturity stage in the West — growth has slowed, so they focus on retention. To find Growth, they acquired WhatsApp and Instagram — new markets, new products.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23444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What is the difference between an MVP and a prototype?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20299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30 out of 100 users say they'd be 'very disappointed' if your student portal shut down. Do you have PMF? Why or why not?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642616"/>
            <a:ext cx="841248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8254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25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621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2724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Look at your X3 Lab initiative — write 3 bullet points on what lifecycle stage it's in and why.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4416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product lifecycle is not just theory —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how great products get built.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8"/>
                </a:solidFill>
              </a:rPr>
              <a:t>Every product you will ever build or manage will follow these stages. The best product managers don't guess — they know which stage they're in and act accordingly.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Questions &amp; Discussion  •  X3 Lab Internship  •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1053</Words>
  <Application>Microsoft Office PowerPoint</Application>
  <PresentationFormat>On-screen Show (16:9)</PresentationFormat>
  <Paragraphs>138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Lifecycle Mastery</dc:title>
  <dc:subject>PptxGenJS Presentation</dc:subject>
  <dc:creator>PptxGenJS</dc:creator>
  <cp:lastModifiedBy>RAJI VICTOR OLUWAPELUMI</cp:lastModifiedBy>
  <cp:revision>3</cp:revision>
  <cp:lastPrinted>2026-05-07T09:09:32Z</cp:lastPrinted>
  <dcterms:created xsi:type="dcterms:W3CDTF">2026-05-07T08:35:59Z</dcterms:created>
  <dcterms:modified xsi:type="dcterms:W3CDTF">2026-05-08T11:00:23Z</dcterms:modified>
</cp:coreProperties>
</file>